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4141A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codebase.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in minutes.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understands codebases.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Vineet Sista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3-7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lost per new engineer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understanding an unfamiliar codebase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middle layer.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too high-level.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too low-level.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visualization or shareable artifact.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better things to do.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840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re-discover the shape of every new system, manually, every time.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457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· 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8096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URL.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video.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210312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33472"/>
            <a:ext cx="128016" cy="128016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63347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856" y="2633472"/>
            <a:ext cx="128016" cy="128016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phantom.video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3200400"/>
            <a:ext cx="5029200" cy="502920"/>
          </a:xfrm>
          <a:prstGeom prst="rect">
            <a:avLst/>
          </a:prstGeom>
          <a:solidFill>
            <a:srgbClr val="0A0A0B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218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https://github.com/vercel/next.js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1737360" cy="50292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narrated walkthrough · architecture · key files · design decisions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57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· 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8096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IT WORKS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stages. Two to five minutes.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280160" cy="182880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28016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git fetch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2926080"/>
            <a:ext cx="73152" cy="0"/>
          </a:xfrm>
          <a:prstGeom prst="line">
            <a:avLst/>
          </a:prstGeom>
          <a:noFill/>
          <a:ln w="6350">
            <a:solidFill>
              <a:srgbClr val="00F0F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901952" y="2011680"/>
            <a:ext cx="1280160" cy="182880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1952" y="2011680"/>
            <a:ext cx="128016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01952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01952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47672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+ heuristics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82112" y="2926080"/>
            <a:ext cx="73152" cy="0"/>
          </a:xfrm>
          <a:prstGeom prst="line">
            <a:avLst/>
          </a:prstGeom>
          <a:noFill/>
          <a:ln w="6350">
            <a:solidFill>
              <a:srgbClr val="00F0F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255264" y="2011680"/>
            <a:ext cx="1280160" cy="182880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55264" y="2011680"/>
            <a:ext cx="128016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55264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55264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00984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strict JSON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35424" y="2926080"/>
            <a:ext cx="73152" cy="0"/>
          </a:xfrm>
          <a:prstGeom prst="line">
            <a:avLst/>
          </a:prstGeom>
          <a:noFill/>
          <a:ln w="6350">
            <a:solidFill>
              <a:srgbClr val="00F0F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608576" y="2011680"/>
            <a:ext cx="1280160" cy="182880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8576" y="2011680"/>
            <a:ext cx="128016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08576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08576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54296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architecture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88736" y="2926080"/>
            <a:ext cx="73152" cy="0"/>
          </a:xfrm>
          <a:prstGeom prst="line">
            <a:avLst/>
          </a:prstGeom>
          <a:noFill/>
          <a:ln w="6350">
            <a:solidFill>
              <a:srgbClr val="00F0FF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961888" y="2011680"/>
            <a:ext cx="1280160" cy="182880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61888" y="2011680"/>
            <a:ext cx="128016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5961888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61888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007608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 · 1080p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42048" y="2926080"/>
            <a:ext cx="73152" cy="0"/>
          </a:xfrm>
          <a:prstGeom prst="line">
            <a:avLst/>
          </a:prstGeom>
          <a:noFill/>
          <a:ln w="6350">
            <a:solidFill>
              <a:srgbClr val="00F0FF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315200" y="2011680"/>
            <a:ext cx="1280160" cy="182880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2011680"/>
            <a:ext cx="128016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6092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Remotion · ffmpeg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gracefully degrades — pipeline runs end-to-end without paid API keys.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0" y="457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· CONFIDENTIAL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8096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 on day one.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908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90800" y="224028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296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VIDEO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32960" y="224028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TTS-1-HD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Remotion 4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224028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edge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· workers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· Redis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· PostHog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457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·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8096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 is the trillion-dollar adjacency.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06040" cy="228600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$30B+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 market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 · expanding 18% YoY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8980" y="1828800"/>
            <a:ext cx="2606040" cy="228600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8980" y="21945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28M+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26898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GitHub developers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1860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is a potential generation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828800"/>
            <a:ext cx="2606040" cy="228600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1945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$0.18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98932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generated video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free tier · 100x margin at $19/mo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wedge: codebase video — a category that doesn't exist yet.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57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·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8096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BUSINESS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· self-serve.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06040" cy="256032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videos / mo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 · watermark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5K LOC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8980" y="1691640"/>
            <a:ext cx="2606040" cy="2743200"/>
          </a:xfrm>
          <a:prstGeom prst="rect">
            <a:avLst/>
          </a:prstGeom>
          <a:solidFill>
            <a:srgbClr val="14141A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554480"/>
            <a:ext cx="1097280" cy="27432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4330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43300" y="2240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54330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3300" y="324612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videos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· no mark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· priority queue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828800"/>
            <a:ext cx="2606040" cy="256032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011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263640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33832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+ team workspace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embeds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1,000 paying customers · 6 months post-launch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57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·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EARLY TRACTION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· what we've built.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shipped — analyze, script, voice, render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showcase videos pre-rendered (React, Vue, FastAPI, Next.js, Tailwind, LangChain, Supabase, Bun)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video player with chapters, share modal with dynamic OG cards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widget — every shared video is a growth vector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kit ready: Show HN draft, launch tweet thread, dev.to article, Reddit posts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video: $0.18 all-in · free tier sustainable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launch: Q3 2026 · Show HN + Product Hunt + Twitter coordinated rollout.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57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· 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8096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RepoX is the first product.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" cy="82296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Q3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→ narrated video. Self-serve. Free + Pro + Studio tiers.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8046720" cy="82296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88920"/>
            <a:ext cx="54864" cy="8229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Q1 2027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172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RepoX Chat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1752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Q&amp;A grounded in the same analysis. Slack + Discord bot.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solidFill>
            <a:srgbClr val="14141A"/>
          </a:solidFill>
          <a:ln w="6350">
            <a:solidFill>
              <a:srgbClr val="1F1F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49040"/>
            <a:ext cx="54864" cy="8229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2027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API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01752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platform · DevRel teams generate explainers per integration. Volume pricing.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57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·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8096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0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ABOUT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Sista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sole engineer · Columbus, OH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097280" cy="365760"/>
          </a:xfrm>
          <a:prstGeom prst="rect">
            <a:avLst/>
          </a:prstGeom>
          <a:solidFill>
            <a:srgbClr val="14141A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2377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State University — Computer Science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097280" cy="365760"/>
          </a:xfrm>
          <a:prstGeom prst="rect">
            <a:avLst/>
          </a:prstGeom>
          <a:solidFill>
            <a:srgbClr val="14141A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834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Software Engineering Program (SEP)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097280" cy="365760"/>
          </a:xfrm>
          <a:prstGeom prst="rect">
            <a:avLst/>
          </a:prstGeom>
          <a:solidFill>
            <a:srgbClr val="14141A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VeloQuant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3291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quantitative trading infrastructure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097280" cy="365760"/>
          </a:xfrm>
          <a:prstGeom prst="rect">
            <a:avLst/>
          </a:prstGeom>
          <a:solidFill>
            <a:srgbClr val="14141A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749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side projects — Phantom, Wraith, AlphaStream, Darkmile, RetainIQ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37660"/>
            <a:ext cx="3108960" cy="4572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376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hello@phantom.video 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457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·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8096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Phantom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 — Pitch Deck</dc:title>
  <dc:subject>AI that turns any GitHub repo into a narrated video explainer</dc:subject>
  <dc:creator>Vineet Sista</dc:creator>
  <cp:lastModifiedBy>Vineet Sista</cp:lastModifiedBy>
  <cp:revision>1</cp:revision>
  <dcterms:created xsi:type="dcterms:W3CDTF">2026-05-21T03:09:37Z</dcterms:created>
  <dcterms:modified xsi:type="dcterms:W3CDTF">2026-05-21T03:09:37Z</dcterms:modified>
</cp:coreProperties>
</file>